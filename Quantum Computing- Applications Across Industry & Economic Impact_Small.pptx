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1"/>
  </p:notesMasterIdLst>
  <p:sldIdLst>
    <p:sldId id="256" r:id="rId2"/>
    <p:sldId id="31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9" r:id="rId14"/>
    <p:sldId id="270" r:id="rId15"/>
    <p:sldId id="271" r:id="rId16"/>
    <p:sldId id="273" r:id="rId17"/>
    <p:sldId id="274" r:id="rId18"/>
    <p:sldId id="276" r:id="rId19"/>
    <p:sldId id="278" r:id="rId20"/>
    <p:sldId id="277" r:id="rId21"/>
    <p:sldId id="279" r:id="rId22"/>
    <p:sldId id="280" r:id="rId23"/>
    <p:sldId id="281" r:id="rId24"/>
    <p:sldId id="283" r:id="rId25"/>
    <p:sldId id="284" r:id="rId26"/>
    <p:sldId id="285" r:id="rId27"/>
    <p:sldId id="286" r:id="rId28"/>
    <p:sldId id="288" r:id="rId29"/>
    <p:sldId id="291" r:id="rId30"/>
    <p:sldId id="290" r:id="rId31"/>
    <p:sldId id="293" r:id="rId32"/>
    <p:sldId id="289" r:id="rId33"/>
    <p:sldId id="294" r:id="rId34"/>
    <p:sldId id="299" r:id="rId35"/>
    <p:sldId id="295" r:id="rId36"/>
    <p:sldId id="300" r:id="rId37"/>
    <p:sldId id="313" r:id="rId38"/>
    <p:sldId id="312" r:id="rId39"/>
    <p:sldId id="314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A74795-3336-4E0E-80CD-2CE7CC77CA1C}" type="datetimeFigureOut">
              <a:rPr lang="en-DE" smtClean="0"/>
              <a:t>09/09/2026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D18072-F25F-4AFA-BEA9-87EFE39BC0E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00239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18072-F25F-4AFA-BEA9-87EFE39BC0ED}" type="slidenum">
              <a:rPr lang="en-DE" smtClean="0"/>
              <a:t>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69906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18072-F25F-4AFA-BEA9-87EFE39BC0ED}" type="slidenum">
              <a:rPr lang="en-DE" smtClean="0"/>
              <a:t>10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10712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227B-54B1-42F8-827E-0DFE3E1D3AF2}" type="datetimeFigureOut">
              <a:rPr lang="en-DE" smtClean="0"/>
              <a:t>09/09/2026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6FD6-FCEB-4FDE-99CC-52AADBEECD2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29154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227B-54B1-42F8-827E-0DFE3E1D3AF2}" type="datetimeFigureOut">
              <a:rPr lang="en-DE" smtClean="0"/>
              <a:t>09/09/2026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6FD6-FCEB-4FDE-99CC-52AADBEECD2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52118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227B-54B1-42F8-827E-0DFE3E1D3AF2}" type="datetimeFigureOut">
              <a:rPr lang="en-DE" smtClean="0"/>
              <a:t>09/09/2026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6FD6-FCEB-4FDE-99CC-52AADBEECD2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52480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227B-54B1-42F8-827E-0DFE3E1D3AF2}" type="datetimeFigureOut">
              <a:rPr lang="en-DE" smtClean="0"/>
              <a:t>09/09/2026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6FD6-FCEB-4FDE-99CC-52AADBEECD2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6768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227B-54B1-42F8-827E-0DFE3E1D3AF2}" type="datetimeFigureOut">
              <a:rPr lang="en-DE" smtClean="0"/>
              <a:t>09/09/2026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6FD6-FCEB-4FDE-99CC-52AADBEECD2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38629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227B-54B1-42F8-827E-0DFE3E1D3AF2}" type="datetimeFigureOut">
              <a:rPr lang="en-DE" smtClean="0"/>
              <a:t>09/09/2026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6FD6-FCEB-4FDE-99CC-52AADBEECD2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1033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227B-54B1-42F8-827E-0DFE3E1D3AF2}" type="datetimeFigureOut">
              <a:rPr lang="en-DE" smtClean="0"/>
              <a:t>09/09/2026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6FD6-FCEB-4FDE-99CC-52AADBEECD2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8574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227B-54B1-42F8-827E-0DFE3E1D3AF2}" type="datetimeFigureOut">
              <a:rPr lang="en-DE" smtClean="0"/>
              <a:t>09/09/2026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6FD6-FCEB-4FDE-99CC-52AADBEECD2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13057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227B-54B1-42F8-827E-0DFE3E1D3AF2}" type="datetimeFigureOut">
              <a:rPr lang="en-DE" smtClean="0"/>
              <a:t>09/09/2026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6FD6-FCEB-4FDE-99CC-52AADBEECD2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09405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227B-54B1-42F8-827E-0DFE3E1D3AF2}" type="datetimeFigureOut">
              <a:rPr lang="en-DE" smtClean="0"/>
              <a:t>09/09/2026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6FD6-FCEB-4FDE-99CC-52AADBEECD2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19212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227B-54B1-42F8-827E-0DFE3E1D3AF2}" type="datetimeFigureOut">
              <a:rPr lang="en-DE" smtClean="0"/>
              <a:t>09/09/2026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6FD6-FCEB-4FDE-99CC-52AADBEECD2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92472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227B-54B1-42F8-827E-0DFE3E1D3AF2}" type="datetimeFigureOut">
              <a:rPr lang="en-DE" smtClean="0"/>
              <a:t>09/09/2026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6FD6-FCEB-4FDE-99CC-52AADBEECD2B}" type="slidenum">
              <a:rPr lang="en-DE" smtClean="0"/>
              <a:t>‹#›</a:t>
            </a:fld>
            <a:endParaRPr lang="en-DE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726808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227B-54B1-42F8-827E-0DFE3E1D3AF2}" type="datetimeFigureOut">
              <a:rPr lang="en-DE" smtClean="0"/>
              <a:t>09/09/2026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6FD6-FCEB-4FDE-99CC-52AADBEECD2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31665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227B-54B1-42F8-827E-0DFE3E1D3AF2}" type="datetimeFigureOut">
              <a:rPr lang="en-DE" smtClean="0"/>
              <a:t>09/09/2026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6FD6-FCEB-4FDE-99CC-52AADBEECD2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15373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227B-54B1-42F8-827E-0DFE3E1D3AF2}" type="datetimeFigureOut">
              <a:rPr lang="en-DE" smtClean="0"/>
              <a:t>09/09/2026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6FD6-FCEB-4FDE-99CC-52AADBEECD2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44500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227B-54B1-42F8-827E-0DFE3E1D3AF2}" type="datetimeFigureOut">
              <a:rPr lang="en-DE" smtClean="0"/>
              <a:t>09/09/2026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6FD6-FCEB-4FDE-99CC-52AADBEECD2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050927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227B-54B1-42F8-827E-0DFE3E1D3AF2}" type="datetimeFigureOut">
              <a:rPr lang="en-DE" smtClean="0"/>
              <a:t>09/09/2026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6FD6-FCEB-4FDE-99CC-52AADBEECD2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57289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1E74227B-54B1-42F8-827E-0DFE3E1D3AF2}" type="datetimeFigureOut">
              <a:rPr lang="en-DE" smtClean="0"/>
              <a:t>09/09/2026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DABE6FD6-FCEB-4FDE-99CC-52AADBEECD2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787115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A0B25-7CE5-A2EE-C5D4-FE615BBD0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543EA-7B6A-1F75-ECF4-B1F2D5E4E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1</a:t>
            </a:fld>
            <a:endParaRPr lang="en-DE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AD0864F-BDB1-4D21-B8AE-895F02F49C4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395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9FD20-4B9D-1FB7-D92E-CCE5F5F50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C3C66-3C5A-CFE8-B1F9-EF6912E01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9A1BC-5BA9-CA66-A133-ED98FF015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2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7C40CD-F03C-9229-AEE8-6ED5D1EE31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682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2B24C-C2BF-7C64-2E5B-BF659E5E5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039A78-B4AF-4ACE-6692-11A9D053C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3CD50-8E8A-099F-9658-75E81417D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3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1EE78B-A163-E0D2-9032-E13428BF5FF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51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EDF89-723F-6FAC-2FBA-449624AC7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7BA94-BF2D-0491-6D79-F73902D5D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596D9F-85ED-0CC7-6258-C62E0FA08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4</a:t>
            </a:fld>
            <a:endParaRPr lang="en-DE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EAEC6F-A763-08AD-E4E0-E6CE540E150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357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D282A-C9A5-1F9D-9ED0-844A9FD88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6A544C-083B-EBEF-1866-9C0C1EEA1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8C089-AEC0-C8FD-56F6-A449FE23D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5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DA24E3-9C35-6B7A-0B8C-F44426C824D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266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C65D2-A550-43F5-A505-4A57BD077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806033-34A6-6F1B-53A6-F2B0A784E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BDCE58-C267-F0AF-3073-A27543608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6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116E2B-9A86-3178-6BE8-6535C080E96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424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0F20A-F17D-8DD3-D1A3-3ABB5FD6A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FC413F-B0BE-6185-CD22-5EACF69AE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B8CFBC-EB65-2784-658F-5EBA1481B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7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B77ED3-E961-F08B-2BB1-3B5C5CDB16D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02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C9931-C435-2912-BCEB-53AE5D91F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2D51B-16AD-122A-8795-42240BB56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80F22-7448-B322-417B-CC7CBC108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8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5CAFBD-CDC7-B33E-EFE9-EB71C7E9702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01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EFFDC-48CC-B147-BF9E-685B2C0BA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6D433C-98AE-EF35-110D-5526250B1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6214B-B53D-52BF-8EEF-33AE89A65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9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ED4EED-975A-70A3-ED8D-93947203400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-1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067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34F1A-EC6D-8CDD-1E4C-961D9C04E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E148DC-6939-C42F-B54D-77C65CD7C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082BDA-356F-1FD9-54AB-7DBC99E84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10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D8A776-E224-8EDF-12D0-42385566F9C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361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77B76-9ECC-9AE8-00FA-4E7258E8F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FDE4A-5446-753F-8E8F-BB1D8D5BE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8A5729-3D58-F36F-B11E-A56737300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11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7016C7-C774-47C5-2D82-BCAF0B298C3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856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B3901-D0F1-D204-679C-51033FA56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810537-B94B-3213-0CF4-054E9B06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65E4EC-2A03-88FD-6A52-EB81B9C3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12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10E813-2F1A-C583-5B6D-6DAEC6FBC86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15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FC70D-6DAB-D1A2-6F20-64F66EB8C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A5796-5C9F-9A78-58BE-9BC957211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0EEC9-74B3-A197-E1AA-D1D1DF3F0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13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5A87EC-4A7A-FABB-6CFE-F81CD9969F0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473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6AB91-91FF-4158-4FC9-70F4C18B7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5161C-0AE1-417D-127A-01A07A431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77BD49-79D5-CCFB-0FA9-00CE22F3B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14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2DE1CC-2CCA-A18A-2690-9267347B95F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031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15D5F-5752-2EF3-A994-4EE37D546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DCCE60-106D-E1B6-EC44-10E2C78AB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6ABCE9-9938-8706-80DC-662EB54C3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15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D2BD53-581C-FFCB-6AC7-4E24BA962E0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805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D2397-9391-9671-DF29-302B9BA4A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1E6CB3-A9FE-57A8-4C1D-EEAA070BA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0CF257-51B2-E2D5-4B09-380DB2847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16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22BD38-5835-5E8B-8AF2-9FED9CDF051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653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C0F4C-D45C-B7C6-F4C0-ABE3A3AD0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200AF-1C4D-E11E-3E6E-E8FB0A8F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D6C03B-BFCB-9C49-B6CA-680D4A491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17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3C8BD0-6DB3-377B-31D8-001149B5AC4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139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AEC8E-B66A-C98C-3311-66D354880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1322A1-544E-9B0D-03E5-A580ACFAE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CA9BE-6F13-27F7-7295-5B37D22A3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18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245D9B-AB31-C4C3-66E0-49F22852261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5118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BBC8F-6D6E-B545-7128-B65E182B1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2F807C-0415-22B0-F01E-AE5D355A9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E4788-D640-8F5A-FCD9-8EE6B4E66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19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897D28-B4A4-392C-7E51-D3BF63FF26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959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29B5B-5BDC-A65E-4334-C510BCD0B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C8E0A-6A22-3930-9A59-A5C977B46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1711F-4A9A-D481-43AC-B597F406F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20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2D3A89-C11C-048C-00D7-E0C57CF6A2B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0940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6F052-9BBF-1C23-188D-00970C01A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10470D-6A96-7341-2B3E-B23C1E065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CB754-08A0-1BCF-26D4-F3A738A82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21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16612E-C0A2-BEDD-65D0-727068138F9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7882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73181-F3DB-2382-6685-8864874D9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FEE907-1A62-CE0B-CCDC-A3E6F3A9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5EDCE-526B-5663-9C22-6B7A526B0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22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81D972-D41D-9944-6F9B-8AA2B3EFD09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4469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15FFC-4472-F3BC-E4A8-B0553B2E2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E8BAD-07B9-37C4-0E81-230D76AEF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F32862-CA80-2B45-7EDA-B35241969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23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29C07F-F015-67B1-A704-D398DE9A3E6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8996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DEC11-5690-4830-F6D4-8D0B2C0ED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9C2D8-0E7E-A258-F1CB-4E8FFCE92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53D2A-FAC4-26AE-61B8-02C7F97E8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24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A2A362-EA24-0A1F-D16D-EA8AD4F5118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0904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CFBF1-7EE8-4C3F-2BF3-C8988ECC2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A0FE4-6C73-88E5-90F1-57B58098E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3D8D54-15FD-5D90-A416-7CF8A7BA8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25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698349-0D07-F1E7-32DB-AB720F03DEA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0105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92C5A-9ECC-A4A6-E7E0-5D28142DF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42FB99-597F-5B5E-0573-88366C370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6C926D-343D-AFF1-1E18-AA2FDCC30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26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585719-B5E1-FE64-2044-BBDA9AD2AF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0896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212DE-9CAD-142F-E897-35BEFF8D3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BF5404-B1DF-8D4A-9A34-14CE0DFEA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2F20E-E737-CA5C-8AD5-580C8A153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27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023C20-0463-8ED0-4E6C-024A648BED0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878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2E5A6-1B98-E00E-6E51-7E022FF1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03DDB5-2124-3C0B-C367-F5D150997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895CA-E32E-17DE-C125-194889DAF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28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073F41-ED3A-6D12-2FA6-8213F0A02CE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3615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8CB55-175E-655F-5726-021DC7C77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13DB30-C799-3110-7DF2-D47F66B37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8E2CB3-3EA1-2F27-1279-487412C7C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29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12DD95-0E15-C5AC-BE6F-082C226EB43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5225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29109-DF33-4A3A-C09E-C7AFC7960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C94F81-98A5-B6C6-8627-321B67645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799AC2-1E7E-A31C-BB3B-8584696E8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30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22DE94-5333-8A4B-92DA-2740D270580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0272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D44A6-A3C7-B284-3A28-71E165228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2DB68-0A02-9540-1768-8B97ABD6F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346094-11C1-288B-E267-55AD72B1F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31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AE0670-A936-7121-C64F-C4B260E6CAA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6902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5F6FA-0A72-352B-A6D6-CF9BA0A0A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0BDEA8-DE77-98E6-63A4-DB085E656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0D426-ED49-B1AA-0D85-FC065D00A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32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6AE4D1-AF32-242A-3C85-58E18C1C9E7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980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75ED1-72DE-EC4A-5245-4FFA3575D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77A17C-42D5-C5FC-7A07-709134E8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74D6F3-FBED-A2B8-D57F-0B9F5DDFB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33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9421B0-69E6-2C75-2F2B-FE56B0458F3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3240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01AD6-62DD-985B-0E4E-365BE5B15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667FC-B2A5-20AB-8DD1-38D8C4501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C2ABD-2539-59BF-6A9D-C94F3035E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34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9078A3-7A10-5F73-AD74-635E0E5F138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1120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C1CDF-A7D4-0A9E-CB7F-93321CADF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F14F6F-6F62-4189-336F-22BDCC480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87950-8429-31D8-B503-A29563EFC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35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1D4179-45D0-5459-A6C4-F2532983F0A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3858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CBFBC-1A07-8739-C92F-6B75DDCB0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17F9CC-A620-FEED-3A8D-E5F82E3F5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CB99F8-6538-6976-9A55-FA9E45353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36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5FA337-8411-77BA-BB17-838CC70BB72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9412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35FD3-8017-5125-48FD-34BEA0BD7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7693A-83BD-5906-8F5A-363DD0BB4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0BB4A3-02F8-4192-20C7-1783E9BE7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37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0CE83B-CEB5-A6DC-950F-279553BCE41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5086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59E3A-1F30-ED18-BDF6-4D986788E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55AB51-4765-0A04-94E2-49129A8EE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2B416D-E416-C34A-4AB0-CAF0B1064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38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D0D9E6-7D51-B142-A3B0-BA6AD447C75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9584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A029B-C499-3572-1657-C7D71A062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59D9BC-57C3-C556-B5F9-67B383859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008" y="6492875"/>
            <a:ext cx="11746992" cy="365125"/>
          </a:xfrm>
        </p:spPr>
        <p:txBody>
          <a:bodyPr/>
          <a:lstStyle/>
          <a:p>
            <a:r>
              <a:rPr lang="en-DE" b="1" dirty="0"/>
              <a:t>                                                                      Quantum Computing: Applications Across Industry &amp; Economic Impact By </a:t>
            </a:r>
            <a:r>
              <a:rPr lang="de-DE" b="1" dirty="0"/>
              <a:t>MD Moniruzzaman </a:t>
            </a:r>
            <a:r>
              <a:rPr lang="en-DE" b="1" dirty="0"/>
              <a:t>                                                                  </a:t>
            </a:r>
            <a:r>
              <a:rPr lang="de-DE" b="1" dirty="0"/>
              <a:t>HAW Hamburg</a:t>
            </a:r>
            <a:endParaRPr lang="en-DE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4500F0-C241-A9AD-B60B-476A138BF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362712" cy="365125"/>
          </a:xfrm>
        </p:spPr>
        <p:txBody>
          <a:bodyPr/>
          <a:lstStyle/>
          <a:p>
            <a:fld id="{DABE6FD6-FCEB-4FDE-99CC-52AADBEECD2B}" type="slidenum">
              <a:rPr lang="en-DE" b="1" smtClean="0"/>
              <a:t>39</a:t>
            </a:fld>
            <a:endParaRPr lang="en-DE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F0AD6A-7F91-215E-49CA-E73DE267170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120578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3</TotalTime>
  <Words>626</Words>
  <Application>Microsoft Office PowerPoint</Application>
  <PresentationFormat>Widescreen</PresentationFormat>
  <Paragraphs>80</Paragraphs>
  <Slides>39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Aptos</vt:lpstr>
      <vt:lpstr>Arial</vt:lpstr>
      <vt:lpstr>Corbel</vt:lpstr>
      <vt:lpstr>Depth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Moniruzzaman, MD</dc:creator>
  <cp:lastModifiedBy>Moniruzzaman, MD</cp:lastModifiedBy>
  <cp:revision>4</cp:revision>
  <dcterms:created xsi:type="dcterms:W3CDTF">2026-07-14T19:21:42Z</dcterms:created>
  <dcterms:modified xsi:type="dcterms:W3CDTF">2026-09-09T02:34:46Z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2026-07-14T23:27:56Z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2c6cac8d-ab61-47b3-8209-4df2e46aefbc</vt:lpwstr>
  </property>
  <property fmtid="{D5CDD505-2E9C-101B-9397-08002B2CF9AE}" pid="7" name="MSIP_Label_defa4170-0d19-0005-0004-bc88714345d2_ActionId">
    <vt:lpwstr>84f2a001-3c34-4eeb-a9d9-d869cf40e68d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